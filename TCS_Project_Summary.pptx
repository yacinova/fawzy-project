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1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5938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27648"/>
            <a:ext cx="12192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91440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0" y="192024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Capability System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0" y="246888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 · ROI Analysis · AI-Assisted Development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310896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"Earn Your Tier • Own Your Title"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0" y="384048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Customer Service Operations · 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existed before TCS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performance evaluation — no standardized scoring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transparent ranking — engineers had zero visibility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gamification or motivational structure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spreadsheet-based data — error-prone &amp; slow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self-service portal for engineers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admin tools, no central hub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TCS delivers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200400" cy="41148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Leaderboard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926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&amp; Quarterly HOF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with tier logos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&amp; motivating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0" y="1188720"/>
            <a:ext cx="3200400" cy="41148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371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Self-Lookup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1920240"/>
            <a:ext cx="2926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engineer code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breakdown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timeline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40880" y="1188720"/>
            <a:ext cx="3200400" cy="41148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1371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Admin Portal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1920240"/>
            <a:ext cx="2926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bulk upload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management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TCS Score (0–100) is calculated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200400" cy="420624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50 pts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operational KPIs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· IQC · OQC · Training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 · PBA · Octa · Multi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1188720"/>
            <a:ext cx="3200400" cy="420624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3716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931920" y="2286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DRNPS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31920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30 pts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310896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((Promoters-Detractors)×10+100)÷2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06640" y="1188720"/>
            <a:ext cx="3200400" cy="420624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13716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7406640" y="2286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06640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20 pts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89520" y="310896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technical exam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score normalised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 → Platinum → Diamond → Masters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3200400" cy="192024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25400">
            <a:solidFill>
              <a:srgbClr val="CD7F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554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D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0–49 pts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0" y="1371600"/>
            <a:ext cx="3200400" cy="192024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25400">
            <a:solidFill>
              <a:srgbClr val="C0C0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554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50–59 pts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06640" y="1371600"/>
            <a:ext cx="3200400" cy="192024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1554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0664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60–69 pts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3200400" cy="192024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840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74320" y="4389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70–79 pts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40480" y="3657600"/>
            <a:ext cx="3200400" cy="192024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3840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40480" y="4389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80–89 pts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06640" y="3657600"/>
            <a:ext cx="3200400" cy="192024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3840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06640" y="4389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90–100 pts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scalable, cost-effective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5029200" cy="1005840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71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3716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· React · Tailwind CSS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1280160"/>
            <a:ext cx="5029200" cy="1005840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371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23760" y="13716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 (NoSQL, real-time)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514600"/>
            <a:ext cx="5029200" cy="1005840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606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606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Storage (photos, logos)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2514600"/>
            <a:ext cx="5029200" cy="1005840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2606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23760" y="2606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Hosting / Vercel — auto CI/CD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749040"/>
            <a:ext cx="5029200" cy="1005840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3840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Firestore session tracker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3749040"/>
            <a:ext cx="5029200" cy="1005840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3840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tags · OG · robots.txt · sitemap.xml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4983480"/>
            <a:ext cx="5029200" cy="1005840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5074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Method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28800" y="50749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(Antigravity · Google DeepMind)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0" y="4983480"/>
            <a:ext cx="5029200" cy="1005840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5074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50749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 EGP build · &lt;500 EGP/month at scale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Built This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 full-stack pair programmer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Speed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3716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 in days, not months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 Debugging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21945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bug diagnosis &amp; fixes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92608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30175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dark UI, animations, tier badges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74904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Architecture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38404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structure, scoring logic, CSV parser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457200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663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Strategy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46634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SEO, analytics, launch readiness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539496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486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Innovation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26080" y="54864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features the team had not yet considered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 for TCS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5029200" cy="256032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2540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Traditional Cost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Agency: 150,000–400,000 EGP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team: 50,000–150,000 EGP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3–6 months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Maintenance: ongoing fees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1188720"/>
            <a:ext cx="5029200" cy="256032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12801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TCS Actual Cost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173736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cost: ~0 EGP (AI + internal time)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Hosting: 0–500 EGP/month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Days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Maintenance: AI-assisted, minimal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931920"/>
            <a:ext cx="10332720" cy="1554480"/>
          </a:xfrm>
          <a:prstGeom prst="roundRect">
            <a:avLst>
              <a:gd name="adj" fmla="val 11765"/>
            </a:avLst>
          </a:prstGeom>
          <a:solidFill>
            <a:srgbClr val="1C3461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023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12-Month ROI: 10x – 30x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60" y="4572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time saved · KPI improvement · DRNPS uplift · Reduced parts waste · Scalable globally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291840" cy="429768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258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(React Native)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analytics dashboard with trend charts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certificate generator per tier</a:t>
            </a: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Upscale for L3 engineers with assistance from SEEG-P</a:t>
            </a: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Open the door for Engineer innovation</a:t>
            </a:r>
            <a:endParaRPr lang="en-US" sz="12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0" y="1188720"/>
            <a:ext cx="3291840" cy="429768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3258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23360" y="182880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data ingestion from SAP/ERP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for tier promotions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Multi-region: MENA· Global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06640" y="1188720"/>
            <a:ext cx="3291840" cy="429768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13258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89520" y="182880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coaching — personalised improvement tips per engineer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performance modelling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with Samsung HR systems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27648"/>
            <a:ext cx="12192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09728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a Leaderboard.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cultural shift — from ambiguity to accountability,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guesswork to gamification,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spreadsheets to a living performance ecosystem.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365760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"Earn Your Tier • Own Your Title"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502920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Service Operations · February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560</Words>
  <Application>Microsoft Office PowerPoint</Application>
  <PresentationFormat>Widescreen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TCS — Technical Capability System</dc:title>
  <dc:subject>Project Summary + ROI</dc:subject>
  <dc:creator>Samsung Service Operations</dc:creator>
  <cp:lastModifiedBy>Fawzy Maher</cp:lastModifiedBy>
  <cp:revision>3</cp:revision>
  <dcterms:created xsi:type="dcterms:W3CDTF">2026-02-28T00:41:43Z</dcterms:created>
  <dcterms:modified xsi:type="dcterms:W3CDTF">2026-02-28T01:06:01Z</dcterms:modified>
</cp:coreProperties>
</file>